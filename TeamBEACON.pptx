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4"/>
          <p:cNvSpPr txBox="1"/>
          <p:nvPr/>
        </p:nvSpPr>
        <p:spPr>
          <a:xfrm>
            <a:off x="10591495" y="341167"/>
            <a:ext cx="160020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INDIA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HACKATHON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2026</a:t>
            </a:r>
          </a:p>
        </p:txBody>
      </p:sp>
      <p:sp>
        <p:nvSpPr>
          <p:cNvPr id="21" name="Text 7"/>
          <p:cNvSpPr txBox="1"/>
          <p:nvPr/>
        </p:nvSpPr>
        <p:spPr>
          <a:xfrm>
            <a:off x="548639" y="1920239"/>
            <a:ext cx="7863842" cy="270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1800"/>
              </a:spcBef>
              <a:buSzPct val="100000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Problem Statement ID : SIH26186</a:t>
            </a:r>
          </a:p>
          <a:p>
            <a:pPr marL="342900" indent="-342900">
              <a:lnSpc>
                <a:spcPct val="115000"/>
              </a:lnSpc>
              <a:spcBef>
                <a:spcPts val="1800"/>
              </a:spcBef>
              <a:buSzPct val="100000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Problem Statement Title : AI - Based Predictive Personnel Stress and Welfare Monitoring System for Uniformed Forces</a:t>
            </a:r>
          </a:p>
          <a:p>
            <a:pPr marL="342900" indent="-342900">
              <a:lnSpc>
                <a:spcPct val="115000"/>
              </a:lnSpc>
              <a:spcBef>
                <a:spcPts val="1800"/>
              </a:spcBef>
              <a:buSzPct val="100000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Theme : MedTech / BioTech / HealthTech</a:t>
            </a:r>
          </a:p>
          <a:p>
            <a:pPr marL="342900" indent="-342900">
              <a:lnSpc>
                <a:spcPct val="115000"/>
              </a:lnSpc>
              <a:spcBef>
                <a:spcPts val="1800"/>
              </a:spcBef>
              <a:buSzPct val="100000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PS Category : Software</a:t>
            </a:r>
          </a:p>
          <a:p>
            <a:pPr marL="342900" indent="-342900">
              <a:lnSpc>
                <a:spcPct val="115000"/>
              </a:lnSpc>
              <a:spcBef>
                <a:spcPts val="1800"/>
              </a:spcBef>
              <a:buSzPct val="100000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Team Name : Team Beacon</a:t>
            </a:r>
          </a:p>
        </p:txBody>
      </p:sp>
      <p:pic>
        <p:nvPicPr>
          <p:cNvPr id="22" name="sih_logo-D9vIw4KR.png" descr="sih_logo-D9vIw4K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28644" y="150495"/>
            <a:ext cx="796291" cy="79629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5"/>
          <p:cNvSpPr txBox="1"/>
          <p:nvPr/>
        </p:nvSpPr>
        <p:spPr>
          <a:xfrm>
            <a:off x="2209800" y="386552"/>
            <a:ext cx="7772400" cy="415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SMART INDIA HACKATHON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6"/>
          <p:cNvSpPr txBox="1"/>
          <p:nvPr/>
        </p:nvSpPr>
        <p:spPr>
          <a:xfrm>
            <a:off x="10591495" y="341167"/>
            <a:ext cx="160020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INDIA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HACKATHON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2026</a:t>
            </a:r>
          </a:p>
        </p:txBody>
      </p:sp>
      <p:sp>
        <p:nvSpPr>
          <p:cNvPr id="26" name="Text 7"/>
          <p:cNvSpPr txBox="1"/>
          <p:nvPr/>
        </p:nvSpPr>
        <p:spPr>
          <a:xfrm>
            <a:off x="1737360" y="385091"/>
            <a:ext cx="8503920" cy="464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PRAHARI</a:t>
            </a:r>
          </a:p>
        </p:txBody>
      </p:sp>
      <p:sp>
        <p:nvSpPr>
          <p:cNvPr id="27" name="Text 8"/>
          <p:cNvSpPr txBox="1"/>
          <p:nvPr/>
        </p:nvSpPr>
        <p:spPr>
          <a:xfrm>
            <a:off x="563879" y="1321144"/>
            <a:ext cx="11064242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Proposed Solution</a:t>
            </a:r>
          </a:p>
        </p:txBody>
      </p:sp>
      <p:sp>
        <p:nvSpPr>
          <p:cNvPr id="28" name="Text 9"/>
          <p:cNvSpPr txBox="1"/>
          <p:nvPr/>
        </p:nvSpPr>
        <p:spPr>
          <a:xfrm>
            <a:off x="548639" y="1874520"/>
            <a:ext cx="11064242" cy="2301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PRAHARI is an AI-based wellness companion that continuously monitors behavioral, physiological &amp; self-reported signals of uniformed personnel to flag early stress / burnout risk -before it becomes a crisis.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Addresses the problem by replacing today's reactive; one-off welfare checks with a confidential ; always-on early-warning system that routes at-risk personnel directly to counsellors / medical officers, bypassing the command chain to reduce stigma.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Innovation &amp; uniqueness: multi-modal risk scoring (behaviour + physiology + self-report) ;explainable AI for transparent decisions ;privacy-first on-device processing ; offline-first, multilingual design built for remote postings.</a:t>
            </a:r>
          </a:p>
        </p:txBody>
      </p:sp>
      <p:pic>
        <p:nvPicPr>
          <p:cNvPr id="29" name="sih_logo-D9vIw4KR.png" descr="sih_logo-D9vIw4K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28644" y="150495"/>
            <a:ext cx="796291" cy="796291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eam 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Team Beacon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6"/>
          <p:cNvSpPr txBox="1"/>
          <p:nvPr/>
        </p:nvSpPr>
        <p:spPr>
          <a:xfrm>
            <a:off x="10591495" y="341167"/>
            <a:ext cx="160020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INDIA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HACKATHON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2026</a:t>
            </a:r>
          </a:p>
        </p:txBody>
      </p:sp>
      <p:sp>
        <p:nvSpPr>
          <p:cNvPr id="33" name="Text 7"/>
          <p:cNvSpPr txBox="1"/>
          <p:nvPr/>
        </p:nvSpPr>
        <p:spPr>
          <a:xfrm>
            <a:off x="1737360" y="421573"/>
            <a:ext cx="8503920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TECHNICAL APPROACH</a:t>
            </a:r>
          </a:p>
        </p:txBody>
      </p:sp>
      <p:sp>
        <p:nvSpPr>
          <p:cNvPr id="34" name="Text 8"/>
          <p:cNvSpPr txBox="1"/>
          <p:nvPr/>
        </p:nvSpPr>
        <p:spPr>
          <a:xfrm>
            <a:off x="548639" y="1371600"/>
            <a:ext cx="11064242" cy="973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457200" indent="-317500" defTabSz="457200">
              <a:buSzPct val="100000"/>
              <a:buFont typeface="Times Roman"/>
              <a:buChar char="•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Technologies:</a:t>
            </a:r>
            <a:r>
              <a:t> React.js (web dashboard) · Node.js + Express.js (backend) · MongoDB (database) · rule-based risk-scoring logic (v1), with ML as a future roadmap item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Methodology:</a:t>
            </a:r>
            <a:r>
              <a:t> continuous data capture → backend processing &amp; anonymization → rule-based risk check → role-based dashboards → confidential intervention, with outcomes feeding back to refine the rules over time</a:t>
            </a:r>
          </a:p>
        </p:txBody>
      </p:sp>
      <p:pic>
        <p:nvPicPr>
          <p:cNvPr id="35" name="Wearable Data Risk Score-2026-09-06-033548.png" descr="Wearable Data Risk Score-2026-09-06-0335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5603" y="3213125"/>
            <a:ext cx="10687434" cy="2493073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sih_logo-D9vIw4KR.png" descr="sih_logo-D9vIw4KR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8644" y="150495"/>
            <a:ext cx="796291" cy="796291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BEACON</a:t>
            </a:r>
          </a:p>
        </p:txBody>
      </p:sp>
      <p:sp>
        <p:nvSpPr>
          <p:cNvPr id="38" name="Team 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Team Beacon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6"/>
          <p:cNvSpPr txBox="1"/>
          <p:nvPr/>
        </p:nvSpPr>
        <p:spPr>
          <a:xfrm>
            <a:off x="10591495" y="341167"/>
            <a:ext cx="160020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INDIA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HACKATHON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2026</a:t>
            </a:r>
          </a:p>
        </p:txBody>
      </p:sp>
      <p:sp>
        <p:nvSpPr>
          <p:cNvPr id="41" name="Text 7"/>
          <p:cNvSpPr txBox="1"/>
          <p:nvPr/>
        </p:nvSpPr>
        <p:spPr>
          <a:xfrm>
            <a:off x="1737360" y="421573"/>
            <a:ext cx="8503920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FEASIBILITY AND VIABILITY</a:t>
            </a:r>
          </a:p>
        </p:txBody>
      </p:sp>
      <p:sp>
        <p:nvSpPr>
          <p:cNvPr id="42" name="Text 8"/>
          <p:cNvSpPr txBox="1"/>
          <p:nvPr/>
        </p:nvSpPr>
        <p:spPr>
          <a:xfrm>
            <a:off x="548639" y="1463039"/>
            <a:ext cx="11064242" cy="2352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22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Feasibility: builds on mature, proven components —- ML risk scoring, wearable APIs and validated psychometric scales (e.g. PHQ-9, GAD-7, PSS) —- deployable in phases starting with a pilot unit.</a:t>
            </a:r>
          </a:p>
          <a:p>
            <a:pPr marL="342900" indent="-342900">
              <a:lnSpc>
                <a:spcPct val="115000"/>
              </a:lnSpc>
              <a:spcBef>
                <a:spcPts val="22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Potential challenges &amp; risks: stigma and low trust in reporting , data privacy &amp; security concerns , low connectivity in remote postings ;wearable hardware cost ; general resistance to adoption.</a:t>
            </a:r>
          </a:p>
          <a:p>
            <a:pPr marL="342900" indent="-342900">
              <a:lnSpc>
                <a:spcPct val="115000"/>
              </a:lnSpc>
              <a:spcBef>
                <a:spcPts val="22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Mitigation strategies: anonymous opt-in design with peer wellness champions · on-device encryption, RBAC and full audit trails ; offline-first app with auto-sync ; app-only fallback mode (no wearable needed) ; phased rollout with training and leadership buy-in.</a:t>
            </a:r>
          </a:p>
        </p:txBody>
      </p:sp>
      <p:pic>
        <p:nvPicPr>
          <p:cNvPr id="43" name="sih_logo-D9vIw4KR.png" descr="sih_logo-D9vIw4K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28644" y="150495"/>
            <a:ext cx="796291" cy="796291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BEACON</a:t>
            </a:r>
          </a:p>
        </p:txBody>
      </p:sp>
      <p:sp>
        <p:nvSpPr>
          <p:cNvPr id="45" name="Team 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Team Beacon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6"/>
          <p:cNvSpPr txBox="1"/>
          <p:nvPr/>
        </p:nvSpPr>
        <p:spPr>
          <a:xfrm>
            <a:off x="10591495" y="341167"/>
            <a:ext cx="160020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INDIA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HACKATHON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2026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1737360" y="421573"/>
            <a:ext cx="8503920" cy="391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IMPACT AND BENEFITS</a:t>
            </a:r>
          </a:p>
        </p:txBody>
      </p:sp>
      <p:sp>
        <p:nvSpPr>
          <p:cNvPr id="49" name="Text 8"/>
          <p:cNvSpPr txBox="1"/>
          <p:nvPr/>
        </p:nvSpPr>
        <p:spPr>
          <a:xfrm>
            <a:off x="457200" y="1488439"/>
            <a:ext cx="11064241" cy="2817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Target audience: personnel of uniformed forces (police, CAPFs, paramilitary) and the welfare / medical officers who support them.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Social benefit: earlier, confidential support before crisis point; reduced burnout; a de-stigmatised culture around mental well-being.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Organizational benefit: improved operational readiness and morale; fewer attrition and disciplinary incidents; data-driven welfare and deployment policy.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Economic &amp; national benefit: long-term healthcare cost savings; safer, more resilient security forces; a replicable model for other high-stress government sectors.</a:t>
            </a:r>
          </a:p>
        </p:txBody>
      </p:sp>
      <p:pic>
        <p:nvPicPr>
          <p:cNvPr id="50" name="sih_logo-D9vIw4KR.png" descr="sih_logo-D9vIw4K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28644" y="150495"/>
            <a:ext cx="796291" cy="79629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BEACON</a:t>
            </a:r>
          </a:p>
        </p:txBody>
      </p:sp>
      <p:sp>
        <p:nvSpPr>
          <p:cNvPr id="52" name="Team 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Team Beacon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6"/>
          <p:cNvSpPr txBox="1"/>
          <p:nvPr/>
        </p:nvSpPr>
        <p:spPr>
          <a:xfrm>
            <a:off x="10591495" y="341167"/>
            <a:ext cx="160020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SMART INDIA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HACKATHON</a:t>
            </a:r>
          </a:p>
          <a:p>
            <a:pPr>
              <a:defRPr b="1" sz="100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2026</a:t>
            </a:r>
          </a:p>
        </p:txBody>
      </p:sp>
      <p:sp>
        <p:nvSpPr>
          <p:cNvPr id="55" name="Text 7"/>
          <p:cNvSpPr txBox="1"/>
          <p:nvPr/>
        </p:nvSpPr>
        <p:spPr>
          <a:xfrm>
            <a:off x="1737360" y="433733"/>
            <a:ext cx="8503920" cy="366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AND REFERENCES</a:t>
            </a:r>
          </a:p>
        </p:txBody>
      </p:sp>
      <p:sp>
        <p:nvSpPr>
          <p:cNvPr id="56" name="Text 8"/>
          <p:cNvSpPr txBox="1"/>
          <p:nvPr/>
        </p:nvSpPr>
        <p:spPr>
          <a:xfrm>
            <a:off x="548639" y="1554480"/>
            <a:ext cx="11064242" cy="2555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Official problem statement: sih.gov.in/sih2026PS — PS 26186 (Ministry of Home Affairs)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Validated psychometric instruments referenced: PHQ-9 (depression screening), GAD-7 (anxiety screening), Perceived Stress Scale (PSS)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Domain research: occupational stress &amp; mental health studies on uniformed / military personnel (add specific papers your team reviews)</a:t>
            </a:r>
          </a:p>
          <a:p>
            <a:pPr marL="342900" indent="-342900">
              <a:lnSpc>
                <a:spcPct val="115000"/>
              </a:lnSpc>
              <a:spcBef>
                <a:spcPts val="2000"/>
              </a:spcBef>
              <a:buSzPct val="1000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Reference architecture: explainable AI (SHAP), federated learning, and wearable HRV/sleep-tracking literature (add specific links here)</a:t>
            </a:r>
          </a:p>
        </p:txBody>
      </p:sp>
      <p:pic>
        <p:nvPicPr>
          <p:cNvPr id="57" name="sih_logo-D9vIw4KR.png" descr="sih_logo-D9vIw4K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28644" y="150495"/>
            <a:ext cx="796291" cy="79629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BEACON</a:t>
            </a:r>
          </a:p>
        </p:txBody>
      </p:sp>
      <p:sp>
        <p:nvSpPr>
          <p:cNvPr id="59" name="Team Beacon"/>
          <p:cNvSpPr/>
          <p:nvPr/>
        </p:nvSpPr>
        <p:spPr>
          <a:xfrm>
            <a:off x="533147" y="169222"/>
            <a:ext cx="1517672" cy="7588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/>
          </a:lstStyle>
          <a:p>
            <a:pPr/>
            <a:r>
              <a:t>Team Beacon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